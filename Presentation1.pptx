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</p:sldIdLst>
  <p:sldSz cx="16256000" cy="9144000"/>
  <p:notesSz cx="16256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4267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9207972" y="0"/>
            <a:ext cx="7044267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7044267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9207972" y="8685213"/>
            <a:ext cx="7044267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4267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972" y="0"/>
            <a:ext cx="7044267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4267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972" y="8685213"/>
            <a:ext cx="7044267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6255999" cy="914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77400" y="0"/>
            <a:ext cx="6222999" cy="914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955799"/>
            <a:ext cx="10668000" cy="5600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5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6255999" cy="914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38887" y="1358392"/>
            <a:ext cx="1778225" cy="8013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50" b="1" i="0">
                <a:solidFill>
                  <a:schemeClr val="bg1"/>
                </a:solidFill>
                <a:latin typeface="Proxima Nova"/>
                <a:cs typeface="Proxima Nov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Arial" panose="020B0604020202090204" pitchFamily="34" charset="0"/>
          <a:ea typeface="+mj-ea"/>
          <a:cs typeface="Arial" panose="020B0604020202090204" pitchFamily="34" charset="0"/>
          <a:sym typeface="Arial" panose="020B0604020202090204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6377285" cy="92278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6416338" cy="9515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6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830" y="0"/>
            <a:ext cx="16350615" cy="914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400" y="13970"/>
            <a:ext cx="16430625" cy="91297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400" y="0"/>
            <a:ext cx="164592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6282670" cy="9206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400" y="-76200"/>
            <a:ext cx="16359505" cy="92309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387763" cy="91154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Sheets</Application>
  <PresentationFormat>On-screen Show (4:3)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Proxima Nova</vt:lpstr>
      <vt:lpstr>Thonburi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 PresentationLorem ipsum dolor sit amet, consectetuer adipiscing elit, sed  diam nonummy nibh euismod tincidunt ut laoreetquat, vel  illum</dc:title>
  <dc:creator/>
  <cp:lastModifiedBy>mcbookpro</cp:lastModifiedBy>
  <cp:revision>3</cp:revision>
  <dcterms:created xsi:type="dcterms:W3CDTF">2026-02-24T04:43:38Z</dcterms:created>
  <dcterms:modified xsi:type="dcterms:W3CDTF">2026-02-24T04:43:38Z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2019-12-03T05:30:00Z</vt:filetime>
  </property>
  <property fmtid="{D5CDD505-2E9C-101B-9397-08002B2CF9AE}" pid="3" name="Creator">
    <vt:lpwstr>Adobe Illustrator 24.0 (Macintosh)</vt:lpwstr>
  </property>
  <property fmtid="{D5CDD505-2E9C-101B-9397-08002B2CF9AE}" pid="4" name="LastSaved">
    <vt:filetime>2019-12-03T05:30:00Z</vt:filetime>
  </property>
  <property fmtid="{D5CDD505-2E9C-101B-9397-08002B2CF9AE}" pid="5" name="KSOProductBuildVer">
    <vt:lpwstr>1033-12.1.23155.23155</vt:lpwstr>
  </property>
  <property fmtid="{D5CDD505-2E9C-101B-9397-08002B2CF9AE}" pid="6" name="ICV">
    <vt:lpwstr>6B0F8442E55B3BC0430A9D698F26C107_41</vt:lpwstr>
  </property>
</Properties>
</file>